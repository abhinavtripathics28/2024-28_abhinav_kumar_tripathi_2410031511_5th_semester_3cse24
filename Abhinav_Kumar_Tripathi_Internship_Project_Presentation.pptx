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INTERNSHIP PROJECT REPORT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Predictive Insights for Collections Strategy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Geldium Collections Strategy – Job Simulation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931920"/>
            <a:ext cx="8503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ABHINAV KUMAR TRIPATHI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Admission No.: 2410031511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B.Tech (Computer Science &amp; Engineering)  |  IILM University, Greater Noida, U.P.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Objective: translate predictive collections insights into a practical early-intervention strategy.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Business focus: delinquency risk identification, customer prioritization, and proactive outreach.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Primary source: provided Geldium predictive-insights business report.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Important boundary: no unsupported dataset size, model algorithm, or performance metrics are invented.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KEY PREDICTIVE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High credit utilization: customers above roughly 70% utilization are markedly more likely to become delinquent.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Repeated missed payments: 2+ missed payments in the last six months are described as the strongest predictor of future default.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Income + tenure: lower income combined with shorter account tenure indicates lower resilience.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Highest-risk intersection: high utilization + recent missed payment + limited income cushion.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3. KEY INSIGHTS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737360" cy="5486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0280" y="1325880"/>
            <a:ext cx="2423160" cy="5486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Customer Segment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325880"/>
            <a:ext cx="2834640" cy="5486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Influencing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0" y="1325880"/>
            <a:ext cx="3840480" cy="54864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20"/>
            <a:ext cx="1737360" cy="123444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High utilization drives delinquency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874520"/>
            <a:ext cx="2423160" cy="123444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Customers using more than 70% of available credit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874520"/>
            <a:ext cx="2834640" cy="123444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Credit utilization ratio; outstanding balance; credit limit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874520"/>
            <a:ext cx="3840480" cy="123444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Early-warning flag for proactive outreach before delinquency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08960"/>
            <a:ext cx="17373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Repeated missed payments predict future default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108960"/>
            <a:ext cx="24231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Customers with 2 or more missed payments in the last 6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108960"/>
            <a:ext cx="28346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Missed payment count; days past due; payment-history trend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3108960"/>
            <a:ext cx="38404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Highest-priority group for immediate collections contact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343400"/>
            <a:ext cx="1737360" cy="123444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Income and tenure lower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343400"/>
            <a:ext cx="2423160" cy="123444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Lower-income customers with shorter account tenure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343400"/>
            <a:ext cx="2834640" cy="123444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Income level; employment status; account 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4343400"/>
            <a:ext cx="3840480" cy="1234440"/>
          </a:xfrm>
          <a:prstGeom prst="rect">
            <a:avLst/>
          </a:prstGeom>
          <a:solidFill>
            <a:srgbClr val="F2F6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32323"/>
                </a:solidFill>
              </a:defRPr>
            </a:pPr>
            <a:r>
              <a:t>Tailored, lower-cost repayment plans rather than standard collections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HIGHEST-RISK CUSTOMER SEGMENT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9260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High utilization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&gt;70% of available credit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886200" y="2423160"/>
            <a:ext cx="594360" cy="502920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17720" y="1828800"/>
            <a:ext cx="29260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Recent missed payment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Observed repayment warning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589520" y="2423160"/>
            <a:ext cx="594360" cy="502920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292608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Limited income cushion</a:t>
            </a:r>
          </a:p>
          <a:p>
            <a:pPr algn="ctr">
              <a:defRPr sz="1300">
                <a:solidFill>
                  <a:srgbClr val="232323"/>
                </a:solidFill>
              </a:defRPr>
            </a:pPr>
            <a:r>
              <a:t>Lower resilience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4572000"/>
            <a:ext cx="5943600" cy="91440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Priority: early, proactive intervention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5. RECOMMENDED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Automatically flag customers crossing the 70% utilization threshold.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Pilot rule: utilization exceeds 70% for two consecutive billing cycles.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Route flagged accounts to the collections early-engagement queue.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Offer a check-in call plus optional repayment or credit-limit counselling.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Use existing outreach channels: call, SMS, and email.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6. SMART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Specific: target &gt;70% utilization for two consecutive billing cycles.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Measurable: compare delinquency rate of flagged customers with a comparable unflagged control group.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Actionable: route accounts to early engagement using existing channels.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Relevant: addresses a leading early-warning predictor and supports earlier intervention.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Time-bound: run for one quarter; consider expansion if delinquency falls by at least 10% relative to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7. DECISION &amp; IMPLEMENTATION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2286000"/>
            <a:ext cx="1371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Predictive signals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73352" y="2606040"/>
            <a:ext cx="320040" cy="365760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02536" y="2286000"/>
            <a:ext cx="1371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Risk segment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55848" y="2606040"/>
            <a:ext cx="320040" cy="365760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85032" y="2286000"/>
            <a:ext cx="1371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70% trigger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38344" y="2606040"/>
            <a:ext cx="320040" cy="365760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67528" y="2286000"/>
            <a:ext cx="1371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Supportive outreach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20840" y="2606040"/>
            <a:ext cx="320040" cy="365760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50024" y="2286000"/>
            <a:ext cx="1371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Control-group measurement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03336" y="2606040"/>
            <a:ext cx="320040" cy="365760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32520" y="2286000"/>
            <a:ext cx="1371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Ethical review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85832" y="2606040"/>
            <a:ext cx="320040" cy="365760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15016" y="2286000"/>
            <a:ext cx="1371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t>Scale / refine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8. ETHICAL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Fairness: income and tenure may correlate with protected characteristics; use safeguards and demographic monitoring.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Explainability: communicate plain-language reasons rather than opaque model scores.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Responsible use: flags should lead to supportive outreach, not automatic penalties.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Transparency &amp; accountability: review model performance, flagged segments, and human decisions regularly.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Privacy: use customer data only for the stated collections purpose.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9. LIMITATIONS &amp; SOURCE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The supplied materials do not provide the raw customer-level dataset.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The exact predictive algorithm and model-development procedure are not specified.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No accuracy, precision, recall, AUC, or other model-performance metrics are supplied.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The 10% reduction is a proposed pilot decision criterion, not an observed result.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No live production deployment or customer-level outcome is claimed.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10. EXPECTED BUSINESS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Earlier identification of customers showing elevated risk.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More efficient allocation of collections-team effort.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Potential reduction in delinquency if the pilot meets its proposed criterion.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More tailored repayment support for customers with lower resilience.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Better explainability and stronger governance around customer-impacting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Predictive analytics creates value when risk signals are translated into governed actions.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Utilization, missed-payment history, and income/tenure patterns provide the core decision signals in the supplied case.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The proposed pilot shifts collections from reactive recovery toward preventive engagement.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Measurement, fairness, human review, explainability, and privacy are essential to responsible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12. SUPPORTING DOCUMENTS &amp; REPORT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Geldium Collections Business Report – predictive insights and recommendation framework.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Updated Business Summary Report Template – required structure for insights, SMART recommendation, and ethics.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Reference Internship Report and PPT – academic structure and presentation flow.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No Abhinav-specific certificate or offer letter was fabricated; original credentials should be inserted separately if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ABHINAV KUMAR TRIPATHI  |  Admission No. 2410031511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ABHINAV KUMAR TRIPATHI</a:t>
            </a:r>
          </a:p>
          <a:p>
            <a:pPr algn="ctr">
              <a:defRPr sz="1700">
                <a:solidFill>
                  <a:srgbClr val="FFFFFF"/>
                </a:solidFill>
              </a:defRPr>
            </a:pPr>
            <a:r>
              <a:t>Admission No.: 2410031511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School of Computer Science and Engineering | IILM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